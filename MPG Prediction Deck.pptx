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BLUF: a log-log OLS model on EPA MY2024 compliance data predicts fuel economy with R-squared 0.846 from just four design variables. Today: where the data comes from, how the equation is derived, what it says, and what it unlocks.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with money, not units: a gas car costs about $2,500 a year to fuel, an EV about $1,000. Purchase price averages near $50k. MPG is the design lever behind the fuel line. Research question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Thirty seconds of history: rise, 17-year trough, modern climb. The trough is where efficiency went into horsepower and pounds; the regression quantifies that exchange rate. Changepoint detection found these eras algorithmically at 1983, 2003, 2013.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the terminology right out loud: MPG is the dependent variable; the four design measures are the independent variables. Signs predicted before fitting. EVs are excluded because MPGe measures a different quantity; they get their own model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survey and not scraped: these are compliance filings. One row per model type. Deduplicated production volumes; the two files join perfectly at carline level. Chain of custody is checksummed.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scatter first, model second. Footprint vs unadjusted MPG, dot area = production. The pattern is obvious; the point of regression is to disentangle correlated causes and put confidence bounds on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equation, verbatim. Why logs: physics is multiplicative. Why elasticities: comparable, unit-free effect sizes. Why HC1: a Fiat and an F-350 do not share error variance. This is the slide to slow down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four predictors reject zero; three at p under 0.001. R-squared 0.846, adjusted essentially identical — no overfitting with 205 observations per parameter. VIF maxes at 3.4: collinearity present (size travels with weight) but far from destabilizing.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Predicted against actual, one dot per model type, 45-degree line is perfection. Typical miss is a few MPG. Ask the room: guess a random 2024 vehicle's MPG knowing only weight, horsepower, footprint, and hybrid status — this is how close you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Elasticities in words. Power is the steepest lever; hybridization is worth 23% at constant everything else — that ranks the design menu: hybridize before lightweighting. The fig22 tie-back: engineering never stalled, allocation did, and these coefficients are the price sheet for that allocation.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story in six specifications across two datasets and two DV definitions. The era comparison is itself informative: the model weakens after 2020 because everything became a two-liter turbo — homogenization, not physics failure. The BEV companion model shows electric efficiency is nearly unit-elastic in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loop to consumers: predicted MPG converts directly to dollars per year. Payback arithmetic: $6,477 premium over $1,456 annual savings is about 4.5 years, energy only. The bar chart: efficiency also buys stability — the BEV's worst observed year beats gasoline's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honest limitations. The lab-vs-road chart earns its place: predictions are of the consistent lab measure; translating to driver experience needs the 31% haircut. Association not causation for any single redesign.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three numbers, then the forward thesis: prediction turns design menus and sales mixes into dollar forecasts. Leave 2-3 minutes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MPG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 explain 85% of a vehicle's fuel economy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 ·  horsepower  ·  footprint  ·  hybrid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3810 Probability &amp; Statistics — Final Project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compliance data, 1,025 vehicles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economy is a household expense, not an abstraction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$2,463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energy cost of the median gasoline vehicle (15,000 miles, 2024 prices)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year of driving in the median battery-electric vehicle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46304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$49,855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3317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 actually paid for a new vehicle, July 2026 (KBB)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749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is the lever connecting vehicle design to what drivers spend. If MPG can be predicted from design, consumer cost can be predicted from the sales mix.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75488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F0EFE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 </a:t>
            </a:r>
            <a:pPr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physical design variables predict a vehicle's fuel economy, and how well?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fueleconomy.gov catalog efficiency x BLS national prices (reports/23_powertrain.md). ATP: Kelley Blue Book / Cox Automotive, July 2026.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Fifty years of fuel economy: three acts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1_three_ac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5582412" cy="5074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371600"/>
            <a:ext cx="34747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1975–1987: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 to 22.0 MPG under new CAFE standards
</a:t>
            </a:r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1987–2004: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falls to 19.3 while horsepower nearly doubles and weight regains 900 lbs
</a:t>
            </a:r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2004–2024: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 MPG: technology finally moves economy, power, and size together
</a:t>
            </a:r>
            <a:pPr indent="0" marL="0">
              <a:buNone/>
            </a:pPr>
            <a:r>
              <a:rPr lang="en-US" sz="1400" i="1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trough is the point: the industry traded efficiency for weight and power. Our equation prices exactly that trade.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Automotive Trends, production-weighted. Chart: fig1; era breaks confirmed by BIC changepoint search (fig16).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dependent variable, four independent variables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5212080" cy="1371600"/>
          </a:xfrm>
          <a:prstGeom prst="roundRect">
            <a:avLst>
              <a:gd name="adj" fmla="val 5333"/>
            </a:avLst>
          </a:prstGeom>
          <a:solidFill>
            <a:srgbClr val="E6EFF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(y):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MPG — EPA unadjusted 2-cycle, one row per MY2024 combustion model type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F0EFE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063240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(x):
</a:t>
            </a:r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Inertia weight (lbs)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Rated horsepower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Footprint (sq ft)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Hybrid powertrain (0/1)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234440"/>
          <a:ext cx="5577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sign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reason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mass to accelerate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bigger engine, richer fueling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frontal area and rolling drag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regenerative braking, engine right-sizing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126480" y="3931920"/>
            <a:ext cx="5577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all four reject zero, signs as above, and together they explain the majority of MPG variation across the fleet.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excluded from this model: MPGe is a different physical quantity (a separate BEV model appears on the robustness slide).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EPA's own compliance filings, MY2024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675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MPG (DV)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(lbs)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Horsepower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80160"/>
            <a:ext cx="4206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1,025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combustion model types — every configuration manufacturers legally filed for model year 2024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205:1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per estimated parameter (course rule of thumb: 10:1)
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rate between the fuel-economy and footprint files on (manufacturer, division, carline)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20624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Provenance: every raw file, URL, and checksum is logged (DATA_SOURCES.md); the pipeline is 28 idempotent scripts; rerunning any stage reproduces identical outputs.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Model Year 2024 Fuel Economy &amp; Technology data + Footprint data (epa.gov/automotive-trends); joined in outputs/my2024_config.csv.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is visible before any model is fit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9_footprint_vs_mpg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88720"/>
            <a:ext cx="8382000" cy="5029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6263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vehicles cluster low, small hybrids high — and the production volume (dot size) sits with the trucks. The regression's job is to separate size, power, and powertrain, which move together.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Deriving the model: multiplicative physics, linear estimation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11155680" cy="1188720"/>
          </a:xfrm>
          <a:prstGeom prst="roundRect">
            <a:avLst>
              <a:gd name="adj" fmla="val 6154"/>
            </a:avLst>
          </a:prstGeom>
          <a:solidFill>
            <a:srgbClr val="1418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ln(MPG)  =  8.78  −  0.304·ln(weight)  −  0.483·ln(HP)  −  0.0022·footprint  +  0.207·hybrid  +  ε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Multiplicative physics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 burn scales with mass moved and power demanded, so effects multiply rather than add. Taking logs turns the multiplicative law into a straight line OLS can estimate.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48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coefficients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log-log form each coefficient is an elasticity: a 1% change in the predictor moves MPG by that many percent. The hybrid dummy exponentiates to a percent premium.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366760" y="28346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4290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uncertainty
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least squares, with HC1 heteroskedasticity-robust standard errors: variance differs across vehicle classes, so robust errors keep the p-values honest.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in 19_final_model.py; full table in reports/19_final_model.md. Alternative specifications on the robustness slide.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every predictor significant, R² = 0.846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960120"/>
                <a:gridCol w="868680"/>
                <a:gridCol w="105156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Coefficient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HC1 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ln(weight)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ln(horsepower)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−43.0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footprint (sq ft)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3716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0.846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22402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R² 0.845 — the four predictors explain 85% of ln(MPG) variance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32918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1,401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4160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F(4, 1020), p &lt; 10⁻¹⁵; VIF ≤ 3.4 = mild, manageable collinearity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HC1 robust SEs, n = 1,025. Footprint's small coefficient reflects size traveling with weight; dropping it changes nothing (slide 11).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R² = 0.846 looks like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1_predicted_vs_ac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960" y="1051560"/>
            <a:ext cx="6352223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coefficients: the price of power and mass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a 10% horsepower increase — the steepest lever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cost of 10% more weight, holding power and size fixed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183880" y="13258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21945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fuel-economy premium of a hybrid powertrain at identical weight, power, size</a:t>
            </a:r>
            <a:endParaRPr lang="en-US" sz="1300" dirty="0"/>
          </a:p>
        </p:txBody>
      </p:sp>
      <p:pic>
        <p:nvPicPr>
          <p:cNvPr id="9" name="Image 0" descr="C:\Users\Samson\Desktop\Homework\OS3180\Final Project\charts\fig22_allocation_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91840"/>
            <a:ext cx="5353665" cy="30175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342900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exchange rate behind the 50-year story.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Weight-normalized efficiency (ton-MPG) climbed every single year of the 1987–2004 "stagnation" — the gains were spent on 90 extra horsepower and 900 pounds. The elasticities on this slide price that trade: the industry bought acceleration and size with fuel economy, at roughly half a percent of MPG per percent of horsepower.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from the log-log fit. Left: fig22 — ton-MPG changepoint analysis, +0.25/yr through the MPG trough (validation A).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survives every specification we threw at it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4124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51760"/>
                <a:gridCol w="1005840"/>
                <a:gridCol w="146304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Main: log-log, four predictors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DV (MPG, not ln)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footprint (collinear term)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 compliance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2000+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 model, years 2020+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fueleconomy.gov catalog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BEV companion: MPGe on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EPA MY2024, true BEVs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5440" y="1463040"/>
            <a:ext cx="2468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findings inside the table:
</a:t>
            </a:r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2020+ R² dips because engine downsizing compressed displacement variance — the fleet homogenized, not the physics.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efficiency obeys the same mass law: weight elasticity −0.97, nearly unit-elastic.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reports/19_final_model.md and era fits (SHORTSTORY.md §3). Different datasets, DV bases, and eras; conclusions unchanged.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prediction matters: MPG is a cash-flow forecast</a:t>
            </a:r>
            <a:endParaRPr lang="en-US" sz="3000" dirty="0"/>
          </a:p>
        </p:txBody>
      </p:sp>
      <p:pic>
        <p:nvPicPr>
          <p:cNvPr id="3" name="Image 0" descr="C:\Users\Samson\Desktop\Homework\OS3180\Final Project\charts\fig36_pri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7184571" cy="3657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years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092440" y="224028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savings alone repay the $6,477 EV purchase premium ($1,456 saved per year)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5661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volatility story: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price observed 2011–2026, the gasoline driver's annual bill swings $1,394; the BEV driver's swings $370. The efficient vehicle is also the price-shock insurance.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fig36 (price-shock exposure); premium from KBB July 2026 ATPs (fig37); savings from fig33 cost-per-mile at 2024 prices.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stated plainly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2588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Cross-sectional, one model year.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Elasticities describe the 2024 fleet, not a causal redesign experiment on any single vehicle.</a:t>
            </a:r>
            <a:endParaRPr lang="en-US" sz="14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4231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MPG, not window sticker.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DV is the unadjusted 2-cycle test — a consistent basis, but it runs ~31% above real-world driving by 2024 (chart at right).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04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collinearity.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travels with weight (VIF 3.4), so footprint's own coefficient is small once weight is controlled; dropping it changes nothing.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617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EVs modeled separately.  </a:t>
            </a:r>
            <a:pPr indent="0" marL="0">
              <a:buNone/>
            </a:pPr>
            <a:r>
              <a:rPr lang="en-US" sz="14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MPGe is a different physical quantity; the BEV companion model (R² 0.708, n = 153) covers it rather than mixing units.</a:t>
            </a:r>
            <a:endParaRPr lang="en-US" sz="1450" dirty="0"/>
          </a:p>
        </p:txBody>
      </p:sp>
      <p:pic>
        <p:nvPicPr>
          <p:cNvPr id="7" name="Image 0" descr="C:\Users\Samson\Desktop\Homework\OS3180\Final Project\charts\fig7_lab_vs_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4434840" cy="24996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4206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lab-vs-road gap, 1975–2024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46520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limitations sections: reports/19_final_model.md and reports/10_statistics.md.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8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vehicle, predict the wallet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of the four-variable MPG equation on 1,025 MY2024 vehicles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−4.8%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MPG per +10% horsepower — the design exchange rate behind 50 years of trends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412480" y="18288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D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yrs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2606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energy-cost payback of the current EV purchase premium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3192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this equation unlocks:
</a:t>
            </a:r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→  MPG  →  cost per mile  →  what consumers buy  →  the national fleet's fuel economy.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7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MPG is predictable from design, fleet efficiency and consumer fuel spending become predictable from the sales mix — the truck takeover, the hybrid climb, and the EV transition all become forecastable dollar flows.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full pipeline, sources, and 41 supporting figures available (DATA_SOURCES.md, SHORTSTORY.md)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2026-09-10T18:11:20Z</dcterms:created>
  <dcterms:modified xsi:type="dcterms:W3CDTF">2026-09-10T18:11:20Z</dcterms:modified>
</cp:coreProperties>
</file>